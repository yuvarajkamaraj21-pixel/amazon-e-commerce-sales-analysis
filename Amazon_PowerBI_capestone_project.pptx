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43AAC6-4365-4817-88E4-D1A7DB2AD1FB}" v="13" dt="2026-09-29T07:53:19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raj kamaraj" userId="466696a592990ade" providerId="LiveId" clId="{9739FE89-086A-4241-AACE-67A870F474C7}"/>
    <pc:docChg chg="modSld sldOrd">
      <pc:chgData name="Yuvaraj kamaraj" userId="466696a592990ade" providerId="LiveId" clId="{9739FE89-086A-4241-AACE-67A870F474C7}" dt="2026-09-29T16:42:41.307" v="5"/>
      <pc:docMkLst>
        <pc:docMk/>
      </pc:docMkLst>
      <pc:sldChg chg="ord">
        <pc:chgData name="Yuvaraj kamaraj" userId="466696a592990ade" providerId="LiveId" clId="{9739FE89-086A-4241-AACE-67A870F474C7}" dt="2026-09-29T16:42:35.462" v="1"/>
        <pc:sldMkLst>
          <pc:docMk/>
          <pc:sldMk cId="0" sldId="269"/>
        </pc:sldMkLst>
      </pc:sldChg>
      <pc:sldChg chg="ord">
        <pc:chgData name="Yuvaraj kamaraj" userId="466696a592990ade" providerId="LiveId" clId="{9739FE89-086A-4241-AACE-67A870F474C7}" dt="2026-09-29T16:42:38.390" v="3"/>
        <pc:sldMkLst>
          <pc:docMk/>
          <pc:sldMk cId="0" sldId="270"/>
        </pc:sldMkLst>
      </pc:sldChg>
      <pc:sldChg chg="ord">
        <pc:chgData name="Yuvaraj kamaraj" userId="466696a592990ade" providerId="LiveId" clId="{9739FE89-086A-4241-AACE-67A870F474C7}" dt="2026-09-29T16:42:41.307" v="5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F281C-BC3B-4C8E-BEAD-5D79A21AE087}" type="datetimeFigureOut">
              <a:t>9/29/2026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49CA-D5BE-45BA-8086-7510BF6B855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Capstone Project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E-Commerce Sales Analysis — Ghana Region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113,000 orders  •  2015 – 2020  •  26 locations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[Your Name]     |     Submission date: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statement: stakeholders can't see what drives revenue, returns and ratings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Ghana business relies on manual reports to track revenue, customer behaviour and operational health.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 Where does revenue come from? Which products and categories perform best? Why are 27% of orders returned? What drives customer ratings?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113,000 raw order records into a self-serve, 3-tab Power BI report (Main, Product, Individual Product).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9202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113,000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383280"/>
            <a:ext cx="19202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2015–2020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383280"/>
            <a:ext cx="19202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GHS 107.2M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19202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overview: two related tables, 113,000 orders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(DATABASE SCHEMA)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657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4751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(fact table) — 17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2062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27632"/>
            <a:ext cx="39319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(PK), CustomerID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OrderDate, Delivery Date, Delivery Duration (Days)*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Zone, Delivery 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Category, SubCategory, 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Price, Order Quantity, Shipping Fee, Sale 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Reason, Rating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calculated column added in Power 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188720"/>
            <a:ext cx="2834640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(dimension) — 3 fields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2834640" cy="14630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627632"/>
            <a:ext cx="2560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188720" cy="0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CustomerID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4751" y="377526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774" y="4024369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fixed data types, trimmed and standardised text, removed 8 rows with missing price/quantity, imputed 1 missing category, kept blank Reason for delivered orders. Model: Calendar date table plus one-to-many Customers → Orders. Analysis: DAX measures and SQL (window functions).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was flat for five years, then jumped 43% in 2020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tmp/deck/x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GHS 107.2M across 6 years.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2015–2019 held steady at roughly GHS 16–17M a year.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reached GHS 24.0M, up 43% on 2019.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2020 jump came from customers, not spend per customer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tmp/deck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17.5K unique customers a year from 2015 to 2019.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rose to 25,179, up 43.6%.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surge lifted every category; none declined year on year.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Phones and Tablet earns the most revenue despite fewer orders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/tmp/deck/x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Tablet leads at GHS 38.5M.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and Health and beauty have the most orders but lower revenue.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unit price per order explains the gap.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regions generate over 60% of revenue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tmp/deck/x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12064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Accra: GHS 27.1M (25.2%).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Ashanti: GHS 22.6M (21.1%); Western: GHS 16.6M (15.5%).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and fulfilment spend should follow this concentration.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time depends on delivery type, not product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tmp/deck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is 9.41 days overall.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takes 3.5 days; Shipped from Abroad takes 15.0 days.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makes almost no difference (9.39–9.45 days).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 of orders are returned, high for e-commerce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tmp/deck/x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188720"/>
            <a:ext cx="445770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30,526 of 113,000 orders were returned.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were delivered.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looks at why.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40% of returns are fulfilment errors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/tmp/deck/x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 are almost evenly split (~19–20% each).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wrong item (~40%) is a warehouse QC issue.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item (6,065) and description mismatch (5,827) point to supplier QC and product-page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do not drive sales, and logistics does not explain low ratings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tmp/deck/x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4920"/>
            <a:ext cx="5120640" cy="3413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 price varies under 2% across rating bands (GHS 940–959).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(9.42 days), shipping fee and unit price are the same for 1–2★ and 4–5★ orders.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description accuracy matter more than speed or cost.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Main Tab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of Main Tab here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1887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orders, rating and satisfaction across categories. Slicers: Category, Date.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EACF2-5941-8BEF-4D90-192D718F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03" y="1008529"/>
            <a:ext cx="6115607" cy="35382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Product Tab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of Product Tab here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1887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performance, customers and returns, products needing improvement. Slicers: Gender, Delivery Type, Category, Age Group.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C1CFA1-F800-9E12-BD3F-ADFCB289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98" y="1092573"/>
            <a:ext cx="5850546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Individual Product Tab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of Individual Product Tab here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1887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one product: purchases, category, average rating, revenue. Slicer: Product.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661AF-E409-6EE7-C25F-A0E79F895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18" y="1008529"/>
            <a:ext cx="6231123" cy="3504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drove disproportionate growth in customers and revenue — worth investigating what changed operationally.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27% return rate is a fulfilment and quality problem, not a delivery-speed problem.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3 regions and a handful of high-ticket products.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report turns all of this into a live, filterable tool for stakeholders.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fulfilment QC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returns are missing or wrong items. Tighten warehouse pick-and-pack to cut the 27% return rate.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low-revenue months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September, June and November are weakest. Run a "Back to Business" promo in September and a Black Friday push in November.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high-price items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DSLRs and the Fire HD Kids Tablet under-sell. Invest in visibility (video, reviews), not discounts.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 3-tier loyalty plan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21,023 customers spend 30%+ above average. Reward them with a Gold tier to protect and grow this base.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947</Words>
  <Application>Microsoft Office PowerPoint</Application>
  <PresentationFormat>On-screen Show (16:9)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Yuvaraj kamaraj</cp:lastModifiedBy>
  <cp:revision>12</cp:revision>
  <dcterms:created xsi:type="dcterms:W3CDTF">2026-09-29T06:21:53Z</dcterms:created>
  <dcterms:modified xsi:type="dcterms:W3CDTF">2026-09-29T16:42:43Z</dcterms:modified>
</cp:coreProperties>
</file>